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45" d="100"/>
          <a:sy n="145" d="100"/>
        </p:scale>
        <p:origin x="704" y="9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34426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18.png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583680" y="-731520"/>
            <a:ext cx="4114800" cy="4114800"/>
          </a:xfrm>
          <a:prstGeom prst="ellipse">
            <a:avLst/>
          </a:prstGeom>
          <a:solidFill>
            <a:srgbClr val="E63946">
              <a:alpha val="12000"/>
            </a:srgbClr>
          </a:solidFill>
          <a:ln w="12700">
            <a:solidFill>
              <a:srgbClr val="E6394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132320" y="-274320"/>
            <a:ext cx="2926080" cy="2926080"/>
          </a:xfrm>
          <a:prstGeom prst="ellipse">
            <a:avLst/>
          </a:prstGeom>
          <a:solidFill>
            <a:srgbClr val="E63946">
              <a:alpha val="20000"/>
            </a:srgbClr>
          </a:solidFill>
          <a:ln w="12700">
            <a:solidFill>
              <a:srgbClr val="E6394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0" y="274320"/>
            <a:ext cx="1645920" cy="1645920"/>
          </a:xfrm>
          <a:prstGeom prst="ellipse">
            <a:avLst/>
          </a:prstGeom>
          <a:solidFill>
            <a:srgbClr val="E63946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200" b="1" kern="0" spc="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EMERGIX</a:t>
            </a:r>
            <a:endParaRPr lang="en-US" sz="7200" dirty="0"/>
          </a:p>
        </p:txBody>
      </p:sp>
      <p:sp>
        <p:nvSpPr>
          <p:cNvPr id="7" name="Shape 5"/>
          <p:cNvSpPr/>
          <p:nvPr/>
        </p:nvSpPr>
        <p:spPr>
          <a:xfrm>
            <a:off x="457200" y="2423160"/>
            <a:ext cx="3200400" cy="54864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260604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"Not just hospitals.</a:t>
            </a:r>
            <a:endParaRPr lang="en-US" sz="18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8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help you find a place to save a life."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42062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Phantom Thread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0" y="393192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920240"/>
            <a:ext cx="82296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PROBLEM STATEMENT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emergencies, finding the right hospital matters—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finding an available bed in time matters even more.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011680"/>
            <a:ext cx="2606040" cy="2560320"/>
          </a:xfrm>
          <a:prstGeom prst="rect">
            <a:avLst/>
          </a:prstGeom>
          <a:solidFill>
            <a:srgbClr val="1A2F4E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2011680"/>
            <a:ext cx="2606040" cy="73152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240280"/>
            <a:ext cx="548640" cy="548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65760" y="288036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Panic &amp; Confusion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02920" y="333756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Families lose precious time in chaotic hospital searches during emergencies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00400" y="2011680"/>
            <a:ext cx="2606040" cy="2560320"/>
          </a:xfrm>
          <a:prstGeom prst="rect">
            <a:avLst/>
          </a:prstGeom>
          <a:solidFill>
            <a:srgbClr val="1A2F4E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200400" y="2011680"/>
            <a:ext cx="2606040" cy="73152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0" y="2240280"/>
            <a:ext cx="548640" cy="5486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200400" y="288036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Data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337560" y="333756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visibility on actual bed availability across nearby hospitals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035040" y="2011680"/>
            <a:ext cx="2606040" cy="2560320"/>
          </a:xfrm>
          <a:prstGeom prst="rect">
            <a:avLst/>
          </a:prstGeom>
          <a:solidFill>
            <a:srgbClr val="1A2F4E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6035040" y="2011680"/>
            <a:ext cx="2606040" cy="73152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880" y="2240280"/>
            <a:ext cx="548640" cy="5486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035040" y="288036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Are at Risk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172200" y="333756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time wasted searching hospital-to-hospital can cost a life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628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WHY THIS MATTERS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685800"/>
            <a:ext cx="3840480" cy="397764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502920" y="146304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Delays in access</a:t>
            </a:r>
            <a:endParaRPr lang="en-US" sz="2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cost lives.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02920" y="292608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FFD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 exposed how thousands lost their lives not due to the virus — but due to lack of timely bed access.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0" y="73152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Is Bigger Than You Think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0" y="1417320"/>
            <a:ext cx="42062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today, people struggle to find available beds in emergencies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face confusion choosing the right and reliable hospital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Dependence on word-of-mouth leads to poor decisions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 err="1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Emergix</a:t>
            </a:r>
            <a:r>
              <a:rPr lang="en-US" sz="13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also guides users to the most suitable hospitals using real patient ratings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628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CURRENT CHALLENGES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Is Broken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4114800" cy="1371600"/>
          </a:xfrm>
          <a:prstGeom prst="rect">
            <a:avLst/>
          </a:prstGeom>
          <a:solidFill>
            <a:srgbClr val="1A2F4E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73152" cy="137160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2880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15544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Centralized System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43000" y="196596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platform tracks real-time bed availability across hospitals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800600" y="1417320"/>
            <a:ext cx="4114800" cy="1371600"/>
          </a:xfrm>
          <a:prstGeom prst="rect">
            <a:avLst/>
          </a:prstGeom>
          <a:solidFill>
            <a:srgbClr val="1A2F4E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800600" y="1417320"/>
            <a:ext cx="73152" cy="137160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182880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77840" y="15544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Hospital Hopping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5577840" y="196596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Families physically visit hospital after hospital in search of a bed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65760" y="3017520"/>
            <a:ext cx="4114800" cy="1371600"/>
          </a:xfrm>
          <a:prstGeom prst="rect">
            <a:avLst/>
          </a:prstGeom>
          <a:solidFill>
            <a:srgbClr val="1A2F4E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365760" y="3017520"/>
            <a:ext cx="73152" cy="137160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42900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143000" y="31546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Unreliable Information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143000" y="356616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Outdated or word-of-mouth info leads to wrong decisions under pressure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800600" y="3017520"/>
            <a:ext cx="4114800" cy="1371600"/>
          </a:xfrm>
          <a:prstGeom prst="rect">
            <a:avLst/>
          </a:prstGeom>
          <a:solidFill>
            <a:srgbClr val="1A2F4E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4800600" y="3017520"/>
            <a:ext cx="73152" cy="137160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3429000"/>
            <a:ext cx="457200" cy="4572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577840" y="31546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Delays = Risk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5577840" y="356616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minute wasted in the search dramatically increases patient risk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OUR SOLUTION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Introducing Emergix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Smart Emergency Bed Finder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1920240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1965960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1947672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hospital bed availability at a glance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65760" y="2651760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" y="2697480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51560" y="2679192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 hospitals with available bed shown instantly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365760" y="3383280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" y="3429000"/>
            <a:ext cx="347472" cy="34747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51560" y="3410712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patient condition and medical needs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365760" y="4114800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768" y="4160520"/>
            <a:ext cx="347472" cy="34747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51560" y="4142232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wasted time in emergency decision-making</a:t>
            </a:r>
            <a:endParaRPr lang="en-US" sz="1400" dirty="0"/>
          </a:p>
        </p:txBody>
      </p:sp>
      <p:sp>
        <p:nvSpPr>
          <p:cNvPr id="18" name="Shape 12"/>
          <p:cNvSpPr/>
          <p:nvPr/>
        </p:nvSpPr>
        <p:spPr>
          <a:xfrm>
            <a:off x="6400800" y="640080"/>
            <a:ext cx="2286000" cy="4114800"/>
          </a:xfrm>
          <a:prstGeom prst="roundRect">
            <a:avLst/>
          </a:prstGeom>
          <a:solidFill>
            <a:srgbClr val="162845"/>
          </a:solidFill>
          <a:ln w="254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3"/>
          <p:cNvSpPr/>
          <p:nvPr/>
        </p:nvSpPr>
        <p:spPr>
          <a:xfrm>
            <a:off x="7223760" y="731520"/>
            <a:ext cx="594360" cy="109728"/>
          </a:xfrm>
          <a:prstGeom prst="ellipse">
            <a:avLst/>
          </a:prstGeom>
          <a:solidFill>
            <a:srgbClr val="8899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4"/>
          <p:cNvSpPr/>
          <p:nvPr/>
        </p:nvSpPr>
        <p:spPr>
          <a:xfrm>
            <a:off x="6446520" y="1005840"/>
            <a:ext cx="2194560" cy="41148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5"/>
          <p:cNvSpPr/>
          <p:nvPr/>
        </p:nvSpPr>
        <p:spPr>
          <a:xfrm>
            <a:off x="6446520" y="100584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EMERGIX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6537960" y="1600200"/>
            <a:ext cx="2011680" cy="457200"/>
          </a:xfrm>
          <a:prstGeom prst="rect">
            <a:avLst/>
          </a:prstGeom>
          <a:solidFill>
            <a:srgbClr val="0A1628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17"/>
          <p:cNvSpPr/>
          <p:nvPr/>
        </p:nvSpPr>
        <p:spPr>
          <a:xfrm>
            <a:off x="6537960" y="16002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City Hospital — 12 beds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6537960" y="2194560"/>
            <a:ext cx="2011680" cy="457200"/>
          </a:xfrm>
          <a:prstGeom prst="rect">
            <a:avLst/>
          </a:prstGeom>
          <a:solidFill>
            <a:srgbClr val="0A1628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19"/>
          <p:cNvSpPr/>
          <p:nvPr/>
        </p:nvSpPr>
        <p:spPr>
          <a:xfrm>
            <a:off x="6537960" y="21945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Apollo — 5 beds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6537960" y="2788920"/>
            <a:ext cx="2011680" cy="457200"/>
          </a:xfrm>
          <a:prstGeom prst="rect">
            <a:avLst/>
          </a:prstGeom>
          <a:solidFill>
            <a:srgbClr val="0A1628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1"/>
          <p:cNvSpPr/>
          <p:nvPr/>
        </p:nvSpPr>
        <p:spPr>
          <a:xfrm>
            <a:off x="6537960" y="27889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Sunrise — 3 beds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6537960" y="3383280"/>
            <a:ext cx="2011680" cy="457200"/>
          </a:xfrm>
          <a:prstGeom prst="rect">
            <a:avLst/>
          </a:prstGeom>
          <a:solidFill>
            <a:srgbClr val="0A1628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3"/>
          <p:cNvSpPr/>
          <p:nvPr/>
        </p:nvSpPr>
        <p:spPr>
          <a:xfrm>
            <a:off x="6537960" y="33832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Metro Care — 8 beds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628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HOW IT WORKS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Simple. Fast. Life-Saving.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22960" y="1417320"/>
            <a:ext cx="1005840" cy="1005840"/>
          </a:xfrm>
          <a:prstGeom prst="ellipse">
            <a:avLst/>
          </a:prstGeom>
          <a:solidFill>
            <a:srgbClr val="E63946"/>
          </a:solidFill>
          <a:ln w="254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1554480"/>
            <a:ext cx="685800" cy="685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77240" y="1371600"/>
            <a:ext cx="320040" cy="320040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77240" y="13716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74320" y="25146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App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274320" y="2907792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Emergix in seconds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103120" y="1801368"/>
            <a:ext cx="411480" cy="54864"/>
          </a:xfrm>
          <a:prstGeom prst="rect">
            <a:avLst/>
          </a:prstGeom>
          <a:solidFill>
            <a:srgbClr val="8899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2286000" y="164592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2999232" y="1417320"/>
            <a:ext cx="1005840" cy="1005840"/>
          </a:xfrm>
          <a:prstGeom prst="ellipse">
            <a:avLst/>
          </a:prstGeom>
          <a:solidFill>
            <a:srgbClr val="162845"/>
          </a:solidFill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6392" y="1554480"/>
            <a:ext cx="685800" cy="68580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2953512" y="1371600"/>
            <a:ext cx="320040" cy="320040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2953512" y="13716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2450592" y="25146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Condition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2450592" y="2907792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emergency type (e.g. BP, injury, etc.)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4279392" y="1801368"/>
            <a:ext cx="411480" cy="54864"/>
          </a:xfrm>
          <a:prstGeom prst="rect">
            <a:avLst/>
          </a:prstGeom>
          <a:solidFill>
            <a:srgbClr val="8899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4462272" y="164592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1" name="Shape 17"/>
          <p:cNvSpPr/>
          <p:nvPr/>
        </p:nvSpPr>
        <p:spPr>
          <a:xfrm>
            <a:off x="5175504" y="1417320"/>
            <a:ext cx="1005840" cy="1005840"/>
          </a:xfrm>
          <a:prstGeom prst="ellipse">
            <a:avLst/>
          </a:prstGeom>
          <a:solidFill>
            <a:srgbClr val="162845"/>
          </a:solidFill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12664" y="1554480"/>
            <a:ext cx="685800" cy="685800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5129784" y="1371600"/>
            <a:ext cx="320040" cy="320040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19"/>
          <p:cNvSpPr/>
          <p:nvPr/>
        </p:nvSpPr>
        <p:spPr>
          <a:xfrm>
            <a:off x="5129784" y="13716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4626864" y="25146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Hospitals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4626864" y="2907792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 hospitals with beds shown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6455664" y="1801368"/>
            <a:ext cx="411480" cy="54864"/>
          </a:xfrm>
          <a:prstGeom prst="rect">
            <a:avLst/>
          </a:prstGeom>
          <a:solidFill>
            <a:srgbClr val="8899A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3"/>
          <p:cNvSpPr/>
          <p:nvPr/>
        </p:nvSpPr>
        <p:spPr>
          <a:xfrm>
            <a:off x="6638544" y="164592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9" name="Shape 24"/>
          <p:cNvSpPr/>
          <p:nvPr/>
        </p:nvSpPr>
        <p:spPr>
          <a:xfrm>
            <a:off x="7351776" y="1417320"/>
            <a:ext cx="1005840" cy="1005840"/>
          </a:xfrm>
          <a:prstGeom prst="ellipse">
            <a:avLst/>
          </a:prstGeom>
          <a:solidFill>
            <a:srgbClr val="162845"/>
          </a:solidFill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88936" y="1554480"/>
            <a:ext cx="685800" cy="685800"/>
          </a:xfrm>
          <a:prstGeom prst="rect">
            <a:avLst/>
          </a:prstGeom>
        </p:spPr>
      </p:pic>
      <p:sp>
        <p:nvSpPr>
          <p:cNvPr id="31" name="Shape 25"/>
          <p:cNvSpPr/>
          <p:nvPr/>
        </p:nvSpPr>
        <p:spPr>
          <a:xfrm>
            <a:off x="7306056" y="1371600"/>
            <a:ext cx="320040" cy="320040"/>
          </a:xfrm>
          <a:prstGeom prst="ellipse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6"/>
          <p:cNvSpPr/>
          <p:nvPr/>
        </p:nvSpPr>
        <p:spPr>
          <a:xfrm>
            <a:off x="7306056" y="13716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3" name="Text 27"/>
          <p:cNvSpPr/>
          <p:nvPr/>
        </p:nvSpPr>
        <p:spPr>
          <a:xfrm>
            <a:off x="6803136" y="25146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&amp; Go</a:t>
            </a:r>
            <a:endParaRPr lang="en-US" sz="1300" dirty="0"/>
          </a:p>
        </p:txBody>
      </p:sp>
      <p:sp>
        <p:nvSpPr>
          <p:cNvPr id="34" name="Text 28"/>
          <p:cNvSpPr/>
          <p:nvPr/>
        </p:nvSpPr>
        <p:spPr>
          <a:xfrm>
            <a:off x="6803136" y="2907792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directly to the right hospital</a:t>
            </a:r>
            <a:endParaRPr lang="en-US" sz="1100" dirty="0"/>
          </a:p>
        </p:txBody>
      </p:sp>
      <p:sp>
        <p:nvSpPr>
          <p:cNvPr id="35" name="Shape 29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solidFill>
            <a:srgbClr val="1A2F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0"/>
          <p:cNvSpPr/>
          <p:nvPr/>
        </p:nvSpPr>
        <p:spPr>
          <a:xfrm>
            <a:off x="548640" y="41148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Entire flow takes under 30 seconds — designed for panic situations where every second counts.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KEY FEATURES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the Moment That Matters Most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4114800" cy="1508760"/>
          </a:xfrm>
          <a:prstGeom prst="rect">
            <a:avLst/>
          </a:prstGeom>
          <a:solidFill>
            <a:srgbClr val="1A2F4E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4114800" cy="64008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7452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1527048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Bed Tracking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88720" y="196596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count of available beds at every registered hospital, updated continuously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800600" y="1417320"/>
            <a:ext cx="4114800" cy="1508760"/>
          </a:xfrm>
          <a:prstGeom prst="rect">
            <a:avLst/>
          </a:prstGeom>
          <a:solidFill>
            <a:srgbClr val="1A2F4E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800600" y="1417320"/>
            <a:ext cx="4114800" cy="6400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187452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23560" y="1527048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Nearby Hospital Discovery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5623560" y="196596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GPS-powered hospital map showing proximity and availability in one view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65760" y="3108960"/>
            <a:ext cx="4114800" cy="1508760"/>
          </a:xfrm>
          <a:prstGeom prst="rect">
            <a:avLst/>
          </a:prstGeom>
          <a:solidFill>
            <a:srgbClr val="1A2F4E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365760" y="3108960"/>
            <a:ext cx="4114800" cy="64008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566160"/>
            <a:ext cx="502920" cy="5029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188720" y="3218688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Emergency-First UI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188720" y="365760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speed — minimal taps, large buttons, zero clutter under stress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800600" y="3108960"/>
            <a:ext cx="4114800" cy="1508760"/>
          </a:xfrm>
          <a:prstGeom prst="rect">
            <a:avLst/>
          </a:prstGeom>
          <a:solidFill>
            <a:srgbClr val="1A2F4E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4800600" y="3108960"/>
            <a:ext cx="4114800" cy="64008"/>
          </a:xfrm>
          <a:prstGeom prst="rect">
            <a:avLst/>
          </a:prstGeom>
          <a:solidFill>
            <a:srgbClr val="90E0E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3566160"/>
            <a:ext cx="502920" cy="5029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623560" y="3218688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Decision Support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5623560" y="365760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data to confidently choose where to go, without guesswork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628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FUTURE SCOPE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 for Emergix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4114800" cy="1280160"/>
          </a:xfrm>
          <a:prstGeom prst="rect">
            <a:avLst/>
          </a:prstGeom>
          <a:solidFill>
            <a:srgbClr val="1A2F4E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01368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527048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Disease-Based Filtering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188720" y="1947672"/>
            <a:ext cx="3154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hospitals with specializations relevant to the patient's condition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800600" y="1417320"/>
            <a:ext cx="4114800" cy="1280160"/>
          </a:xfrm>
          <a:prstGeom prst="rect">
            <a:avLst/>
          </a:prstGeom>
          <a:solidFill>
            <a:srgbClr val="1A2F4E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1801368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623560" y="1527048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&amp; Reviews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5623560" y="1947672"/>
            <a:ext cx="3154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patient feedback drives hospital improvement — like Zomato for healthcare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365760" y="2880360"/>
            <a:ext cx="4114800" cy="1280160"/>
          </a:xfrm>
          <a:prstGeom prst="rect">
            <a:avLst/>
          </a:prstGeom>
          <a:solidFill>
            <a:srgbClr val="1A2F4E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264408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88720" y="2990088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Ambulance Integration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1188720" y="3410712"/>
            <a:ext cx="3154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nearby ambulances directly from the app during emergencies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4800600" y="2880360"/>
            <a:ext cx="4114800" cy="1280160"/>
          </a:xfrm>
          <a:prstGeom prst="rect">
            <a:avLst/>
          </a:prstGeom>
          <a:solidFill>
            <a:srgbClr val="1A2F4E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3264408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623560" y="2990088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 Engine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5623560" y="3410712"/>
            <a:ext cx="3154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ratings push hospitals to improve care and facilities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365760" y="4114800"/>
            <a:ext cx="8412480" cy="685800"/>
          </a:xfrm>
          <a:prstGeom prst="rect">
            <a:avLst/>
          </a:prstGeom>
          <a:solidFill>
            <a:srgbClr val="E63946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6"/>
          <p:cNvSpPr/>
          <p:nvPr/>
        </p:nvSpPr>
        <p:spPr>
          <a:xfrm>
            <a:off x="502920" y="41148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Just like Zomato improved restaurant standards through ratings &amp; reviews, </a:t>
            </a:r>
            <a:r>
              <a:rPr lang="en-US" sz="1200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Emergix</a:t>
            </a: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can drive hospitals toward better care and accountability.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IMPACT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Emergix Changes Everything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1920240" cy="2468880"/>
          </a:xfrm>
          <a:prstGeom prst="rect">
            <a:avLst/>
          </a:prstGeom>
          <a:solidFill>
            <a:srgbClr val="1A2F4E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1920240" cy="6400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1600200"/>
            <a:ext cx="594360" cy="594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20040" y="22860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↓ Time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411480" y="283464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Emergency Response Time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468880" y="1417320"/>
            <a:ext cx="1920240" cy="2468880"/>
          </a:xfrm>
          <a:prstGeom prst="rect">
            <a:avLst/>
          </a:prstGeom>
          <a:solidFill>
            <a:srgbClr val="1A2F4E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2468880" y="1417320"/>
            <a:ext cx="1920240" cy="64008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7248" y="1600200"/>
            <a:ext cx="594360" cy="5943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468880" y="22860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639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↑ Lives</a:t>
            </a:r>
            <a:endParaRPr lang="en-US" sz="2600" dirty="0"/>
          </a:p>
        </p:txBody>
      </p:sp>
      <p:sp>
        <p:nvSpPr>
          <p:cNvPr id="14" name="Text 10"/>
          <p:cNvSpPr/>
          <p:nvPr/>
        </p:nvSpPr>
        <p:spPr>
          <a:xfrm>
            <a:off x="2560320" y="283464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Lives Through Faster Access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617720" y="1417320"/>
            <a:ext cx="1920240" cy="2468880"/>
          </a:xfrm>
          <a:prstGeom prst="rect">
            <a:avLst/>
          </a:prstGeom>
          <a:solidFill>
            <a:srgbClr val="1A2F4E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4617720" y="1417320"/>
            <a:ext cx="1920240" cy="64008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6088" y="1600200"/>
            <a:ext cx="594360" cy="5943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617720" y="22860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D1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↑ Trust</a:t>
            </a:r>
            <a:endParaRPr lang="en-US" sz="2600" dirty="0"/>
          </a:p>
        </p:txBody>
      </p:sp>
      <p:sp>
        <p:nvSpPr>
          <p:cNvPr id="19" name="Text 14"/>
          <p:cNvSpPr/>
          <p:nvPr/>
        </p:nvSpPr>
        <p:spPr>
          <a:xfrm>
            <a:off x="4709160" y="283464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Healthcare Transparency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766560" y="1417320"/>
            <a:ext cx="1920240" cy="2468880"/>
          </a:xfrm>
          <a:prstGeom prst="rect">
            <a:avLst/>
          </a:prstGeom>
          <a:solidFill>
            <a:srgbClr val="1A2F4E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6766560" y="1417320"/>
            <a:ext cx="1920240" cy="64008"/>
          </a:xfrm>
          <a:prstGeom prst="rect">
            <a:avLst/>
          </a:prstGeom>
          <a:solidFill>
            <a:srgbClr val="90E0E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4928" y="1600200"/>
            <a:ext cx="594360" cy="5943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766560" y="22860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90E0E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↑ Care</a:t>
            </a:r>
            <a:endParaRPr lang="en-US" sz="2600" dirty="0"/>
          </a:p>
        </p:txBody>
      </p:sp>
      <p:sp>
        <p:nvSpPr>
          <p:cNvPr id="24" name="Text 18"/>
          <p:cNvSpPr/>
          <p:nvPr/>
        </p:nvSpPr>
        <p:spPr>
          <a:xfrm>
            <a:off x="6858000" y="283464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Hospitals to Improve Quality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365760" y="4160520"/>
            <a:ext cx="8412480" cy="685800"/>
          </a:xfrm>
          <a:prstGeom prst="rect">
            <a:avLst/>
          </a:prstGeom>
          <a:solidFill>
            <a:srgbClr val="1628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0"/>
          <p:cNvSpPr/>
          <p:nvPr/>
        </p:nvSpPr>
        <p:spPr>
          <a:xfrm>
            <a:off x="457200" y="41605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are building a system that helps save lives when time matters most."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628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TECH STACK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Reliable, Scalable Technology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8412480" cy="777240"/>
          </a:xfrm>
          <a:prstGeom prst="rect">
            <a:avLst/>
          </a:prstGeom>
          <a:solidFill>
            <a:srgbClr val="1A2F4E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64008" cy="77724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1097280" cy="365760"/>
          </a:xfrm>
          <a:prstGeom prst="rect">
            <a:avLst/>
          </a:prstGeom>
          <a:solidFill>
            <a:srgbClr val="00B4D8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16002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1600200"/>
            <a:ext cx="411480" cy="4114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468880" y="14630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/ React Native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2468880" y="182880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mobile app for iOS &amp; Android with a fast, minimal UI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65760" y="2286000"/>
            <a:ext cx="8412480" cy="777240"/>
          </a:xfrm>
          <a:prstGeom prst="rect">
            <a:avLst/>
          </a:prstGeom>
          <a:solidFill>
            <a:srgbClr val="1A2F4E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65760" y="2286000"/>
            <a:ext cx="64008" cy="77724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548640" y="2468880"/>
            <a:ext cx="1097280" cy="365760"/>
          </a:xfrm>
          <a:prstGeom prst="rect">
            <a:avLst/>
          </a:prstGeom>
          <a:solidFill>
            <a:srgbClr val="E6394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48640" y="2468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9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0240" y="2468880"/>
            <a:ext cx="411480" cy="41148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468880" y="23317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/ Firebase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2468880" y="269748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Scalable, real-time backend ensuring live bed data updates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365760" y="3154680"/>
            <a:ext cx="8412480" cy="777240"/>
          </a:xfrm>
          <a:prstGeom prst="rect">
            <a:avLst/>
          </a:prstGeom>
          <a:solidFill>
            <a:srgbClr val="1A2F4E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365760" y="3154680"/>
            <a:ext cx="64008" cy="777240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548640" y="3337560"/>
            <a:ext cx="1097280" cy="365760"/>
          </a:xfrm>
          <a:prstGeom prst="rect">
            <a:avLst/>
          </a:prstGeom>
          <a:solidFill>
            <a:srgbClr val="FFD166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548640" y="33375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0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20240" y="3337560"/>
            <a:ext cx="411480" cy="41148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2468880" y="32004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Cloud-Based System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2468880" y="356616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cloud storage with high availability and fast read/write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365760" y="4023360"/>
            <a:ext cx="8412480" cy="777240"/>
          </a:xfrm>
          <a:prstGeom prst="rect">
            <a:avLst/>
          </a:prstGeom>
          <a:solidFill>
            <a:srgbClr val="1A2F4E"/>
          </a:solidFill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2"/>
          <p:cNvSpPr/>
          <p:nvPr/>
        </p:nvSpPr>
        <p:spPr>
          <a:xfrm>
            <a:off x="365760" y="4023360"/>
            <a:ext cx="64008" cy="777240"/>
          </a:xfrm>
          <a:prstGeom prst="rect">
            <a:avLst/>
          </a:prstGeom>
          <a:solidFill>
            <a:srgbClr val="90E0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3"/>
          <p:cNvSpPr/>
          <p:nvPr/>
        </p:nvSpPr>
        <p:spPr>
          <a:xfrm>
            <a:off x="548640" y="4206240"/>
            <a:ext cx="1097280" cy="365760"/>
          </a:xfrm>
          <a:prstGeom prst="rect">
            <a:avLst/>
          </a:prstGeom>
          <a:solidFill>
            <a:srgbClr val="90E0EF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4"/>
          <p:cNvSpPr/>
          <p:nvPr/>
        </p:nvSpPr>
        <p:spPr>
          <a:xfrm>
            <a:off x="548640" y="42062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</a:t>
            </a:r>
            <a:endParaRPr lang="en-US" sz="900" dirty="0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20240" y="4206240"/>
            <a:ext cx="411480" cy="41148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2468880" y="40690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&amp; Hospital Data</a:t>
            </a:r>
            <a:endParaRPr lang="en-US" sz="1500" dirty="0"/>
          </a:p>
        </p:txBody>
      </p:sp>
      <p:sp>
        <p:nvSpPr>
          <p:cNvPr id="32" name="Text 26"/>
          <p:cNvSpPr/>
          <p:nvPr/>
        </p:nvSpPr>
        <p:spPr>
          <a:xfrm>
            <a:off x="2468880" y="443484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integration and hospital data APIs for real-time mapping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914400" y="-914400"/>
            <a:ext cx="5486400" cy="5486400"/>
          </a:xfrm>
          <a:prstGeom prst="ellipse">
            <a:avLst/>
          </a:prstGeom>
          <a:solidFill>
            <a:srgbClr val="E63946">
              <a:alpha val="1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029200" y="2286000"/>
            <a:ext cx="4572000" cy="4572000"/>
          </a:xfrm>
          <a:prstGeom prst="ellipse">
            <a:avLst/>
          </a:prstGeom>
          <a:solidFill>
            <a:srgbClr val="00B4D8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274320"/>
            <a:ext cx="1188720" cy="11887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5544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 emergencies, people shouldn't search.</a:t>
            </a:r>
            <a:endParaRPr lang="en-US" sz="28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should act."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3200400" y="2971800"/>
            <a:ext cx="2743200" cy="4572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57200" y="31089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kern="0" spc="600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EMERGIX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457200" y="3794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Phantom Thread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644</Words>
  <Application>Microsoft Macintosh PowerPoint</Application>
  <PresentationFormat>On-screen Show (16:9)</PresentationFormat>
  <Paragraphs>125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Arial Black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Emergix</dc:title>
  <dc:subject>PptxGenJS Presentation</dc:subject>
  <dc:creator>Phantom Thread</dc:creator>
  <cp:lastModifiedBy>ANANT PRATAP S SINGH</cp:lastModifiedBy>
  <cp:revision>2</cp:revision>
  <dcterms:created xsi:type="dcterms:W3CDTF">2026-04-05T06:51:22Z</dcterms:created>
  <dcterms:modified xsi:type="dcterms:W3CDTF">2026-04-06T08:43:29Z</dcterms:modified>
</cp:coreProperties>
</file>